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300000"/>
            <a:ext cx="10392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1B3A6B"/>
                </a:solidFill>
              </a:rPr>
              <a:t>Khonsu: Research Questions and Evaluation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400000"/>
            <a:ext cx="10392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E6E6E"/>
                </a:solidFill>
              </a:rPr>
              <a:t>Continuity for edge-hosted cooperative prediction across locale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300000"/>
            <a:ext cx="1039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B3A369"/>
                </a:solidFill>
              </a:rPr>
              <a:t>Status labels on evidence slides:  Done  /  Provisional  /  Running  /  Needed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Claim being tested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Locale-scaled cooperative prediction must migrate per-track temporal state before actor ownership changes.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Otherwise the destination suffers a planner-visible cold start.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Chain: bounded locale size → frequent crossings → history-dependent tracking → lost history → cold start.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Khonsu moves the state on the service's own forecast, before the crossing, with one current owner per track.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Thesis sentence for the NSDI paper; every following slide tests one link of the chain.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50000"/>
            <a:ext cx="109728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RQ1  How large can a locale be while meeting the edge deadline?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RQ2  What tracking state is required for maneuvering vehicles?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RQ3  When do locale crossings make existing migration mechanisms fail?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RQ4  Can migration preserve planner freshness through ownership transfer?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RQ5  Under what load and network conditions does Khonsu remain feasible?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Each RQ slide gives the current answer, the evidence, and the missing experiment.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GPU latency limits locale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BEV fusion cost grows with canvas area.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At 8 contributors, fusion exceeds its 130 ms budget between 282 and 400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Memory is not the limit: 6.8 GB of 16 GB at 563 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For our hardware and fusion stack, the practical locale size is about 300 m.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2900000"/>
            <a:ext cx="7312500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RQ1  ·  Evidence: canvas latency sweep on the edge GPU (Aug 31)  ·  Caveat: the number is architecture-specific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Metropolitan coverage requires many locales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Locales of about 300 m, each with its own service instance.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Boundaries fall on the road segments between conflict zones.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vehicle crosses a boundary every 20 to 30 seconds of urban driving.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Handoffs are the steady-state workload, not a corner case.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900000"/>
            <a:ext cx="3629166" cy="3250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2900000"/>
            <a:ext cx="4733696" cy="325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RQ1  ·  Evidence: partition of a CARLA town under the measured cap  ·  Missing: sizing study on measured density traces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Maneuvering vehicles require temporal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Braking, acceleration, turning, and lane changes break constant-velocity tracking.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Our 3D adaptation of MambaTrack conditions on the last K observations.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After a forced handoff, one frame is indistinguishable from a cold start.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observation history reduces post-handoff error by a factor of 2.8 to 9.3.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900000"/>
            <a:ext cx="5190647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RQ2  ·  Evidence: forced-handoff microbenchmark, four maneuvers  ·  Claim scope: first SSM 3D tracker inside a distributed cooperative-prediction pipeline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A Kalman snapshot is insufficient under acceleration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Oncoming actor accelerates through the conflict.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Kalman snapshot: 4 of 4 runs collide.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Temporal history: 3 of 4 runs complete without collision.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difference comes from motion history, not transfer size.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900000"/>
            <a:ext cx="8778240" cy="30389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RQ2  ·  Evidence: closed-loop acceleration experiment, 4 seeds, validated scenario  ·  Missing: post-handoff minADE and minFDE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Dynamic conflicts occur anywhere, not only at junctions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Crossing-path and turning conflicts concentrate at intersections, so locales anchor there.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Queue tails, stopped vehicles, lane changes, and occlusions form on ordinary segments.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Those segments are exactly where boundaries fall once locale size is capped.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boundary can separate the observations that build a track from the decision that uses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RQ3  ·  Evidence: NHTSA pre-crash typology for the maneuver families  ·  Missing: occurrence rate on the dense route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Reactive transfer is too 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Transfer at the crossing leaves the destination no time to fold the track in.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Completion rose with transfer lead up to about 4 s in the first sweep.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lead is spent on destination warm-up, not on the wire.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That sweep ran an unvalidated scenario geometry and is being re-measured.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900000"/>
            <a:ext cx="8305556" cy="325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RQ3  ·  Evidence: lead-time sweep, 10 seeds per point  ·  Missing: v3 re-baseline on the corrected scenario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Handoff must preserve the planner's freshness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Age at use is consumption time minus observation time.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It must stay below the maneuver budget of 220 to 450 ms through the handoff.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Across the handoff, age adds transfer, import, and the destination's first refresh.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The lead is computed from that sum: transfer EMA + 0.6 s fold-in + 0.35 s, capped at 2.5 s.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2900000"/>
            <a:ext cx="932688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RQ4  ·  Evidence: age chain measured except the destination refresh term  ·  Missing: computed trigger vs fixed leads (v3)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Ownership epochs keep one current owner under message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Done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Prepare moves the state early; the track is warm but unpublished.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A final update at commit closes the gap while the source keeps observing.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Every forecast carries an ownership epoch; planners accept only the highest.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Eight fault scenarios verified: exactly one publishable epoch at every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RQ4  ·  Evidence: ownership state machine, 8-scenario fault injection (Done)  ·  Missing: live fault arms with fencing on and off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Overlap does not solve ownership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D6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Provisional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Geometric overlap still requires an ownership handoff.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Fixed-width overlap provides less lead time at higher speeds.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Continuous replication raises backhaul cost and, in the first sweep, changed nothing.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Dual authority creates conflicting predictions for the same actor.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900000"/>
            <a:ext cx="7680960" cy="2838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RQ4  ·  Evidence: band and mirroring arms (Provisional), safety-envelope disagreement measurement  ·  Missing: dual-authority arm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50000"/>
            <a:ext cx="109728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In: the freshness condition through ownership transfer and its measurement.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In: forecast-driven trigger with computed lead; prepare, final update, commit with ownership epochs.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In: one record for a state-space tracker and a Kalman tracker; the alternatives as measured arms.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Out: communication scheduling, cross-model state translation, field deployment.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Limitation unless it lands: cross-locale association for unconnected actors.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Paper: NSDI'27 fall cycle, abstracts Sep 10, papers Sep 17  ·  13 pages with references before results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Evaluation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150000"/>
          <a:ext cx="10972800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0"/>
                <a:gridCol w="3600000"/>
                <a:gridCol w="1500000"/>
                <a:gridCol w="2272800"/>
              </a:tblGrid>
              <a:tr h="400000">
                <a:tc>
                  <a:txBody>
                    <a:bodyPr/>
                    <a:lstStyle/>
                    <a:p>
                      <a:r>
                        <a:rPr sz="1200" b="1"/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Status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Trigger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computed vs fixed 1 to 4 s vs band 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RQ3, RQ4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Migrated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history vs snapshot vs one 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Final update and mirroring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none / at commit / 0.25 to 2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68C00"/>
                          </a:solidFill>
                        </a:rPr>
                        <a:t>Provisional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Ownership epochs and fault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6 fault arms, epoch check on and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787878"/>
                          </a:solidFill>
                        </a:rPr>
                        <a:t>Needed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Crossing burst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2, 4, 8 simultaneous tracks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Crossing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oncoming count 2, 4,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Backhaul impairment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latency, jitter,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787878"/>
                          </a:solidFill>
                        </a:rPr>
                        <a:t>Needed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modeled vs real gRPC with netem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787878"/>
                          </a:solidFill>
                        </a:rPr>
                        <a:t>Needed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Association error (unconnected actors)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pose error 0 to 2 m, distractors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787878"/>
                          </a:solidFill>
                        </a:rPr>
                        <a:t>Needed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 b="0"/>
                        <a:t>Boundary position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25 m sweep along the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RQ3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787878"/>
                          </a:solidFill>
                        </a:rPr>
                        <a:t>Needed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Answers RQ5  ·  All dimensions are knobs in the harness today; Needed items are staged on the eval side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Evaluation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00000" y="292608"/>
            <a:ext cx="17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>
                <a:solidFill>
                  <a:srgbClr val="B3A369"/>
                </a:solidFill>
              </a:rPr>
              <a:t>RQ5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00000" y="760000"/>
            <a:ext cx="1450000" cy="330000"/>
          </a:xfrm>
          <a:prstGeom prst="round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Running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50000"/>
            <a:ext cx="109728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Found Sep 3: the sweep harness never set the validated scenario geometry (12 m/s oncoming, 300 m trigger).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Same code, bare geometry: 1 collision, no completion. Validated geometry: clean completion.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Consequence: the v2 sweep is discarded and v1 relative findings are provisional.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Fix: the geometry is now a runner default. The v3 re-baseline is running (6 arms × 10 + 15 burst).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212121"/>
                </a:solidFill>
              </a:rPr>
              <a:t>• Queue after v3: crossing-rate sweep, lookahead redo, canonical reproduction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Absolute rates stay embargoed until v3 lands clean  ·  No number in the paper cites v1 or v2 absolutes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960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B3A6B"/>
                </a:solidFill>
              </a:rPr>
              <a:t>Research questions and evidence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50000"/>
          <a:ext cx="11094720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2500000"/>
                <a:gridCol w="2700000"/>
                <a:gridCol w="2700000"/>
                <a:gridCol w="1294720"/>
              </a:tblGrid>
              <a:tr h="716666">
                <a:tc>
                  <a:txBody>
                    <a:bodyPr/>
                    <a:lstStyle/>
                    <a:p>
                      <a:r>
                        <a:rPr sz="1100" b="1"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Current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Evidence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Missing experiment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Status</a:t>
                      </a:r>
                    </a:p>
                  </a:txBody>
                  <a:tcPr/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/>
                        <a:t>RQ1 locale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About 300 m for our 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canvas sweep, 282 to 400 m at 8 contributors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sizing study on density traces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/>
                        <a:t>RQ2 tracking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Observation history, not a snapshot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microbench 2.8 to 9.3×; acceleration 4/4 vs 3/4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post-handoff minADE and minFDE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7D32"/>
                          </a:solidFill>
                        </a:rPr>
                        <a:t>Done</a:t>
                      </a:r>
                    </a:p>
                  </a:txBody>
                  <a:tcPr/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/>
                        <a:t>RQ3 where mechanisms fail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Late transfer and snapshots fail on approach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lead-time sweep (unvalidated geometry)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v3 re-baseline; boundary-position sweep; V2X-Seq trigger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D68C00"/>
                          </a:solidFill>
                        </a:rPr>
                        <a:t>Provisional</a:t>
                      </a:r>
                    </a:p>
                  </a:txBody>
                  <a:tcPr/>
                </a:tc>
              </a:tr>
              <a:tr h="716666">
                <a:tc>
                  <a:txBody>
                    <a:bodyPr/>
                    <a:lstStyle/>
                    <a:p>
                      <a:r>
                        <a:rPr sz="1100" b="0"/>
                        <a:t>RQ4 freshness through transfer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Design meets it; live measurement pending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age chain; 8-scenario fault microeval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computed trigger vs fixed leads; live fault arms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  <a:tr h="716670">
                <a:tc>
                  <a:txBody>
                    <a:bodyPr/>
                    <a:lstStyle/>
                    <a:p>
                      <a:r>
                        <a:rPr sz="1100" b="0"/>
                        <a:t>RQ5 feasible 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Unknown until the corrected sweeps land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harness and knobs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burst and crossing-rate sweep; real transport; association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65C0"/>
                          </a:solidFill>
                        </a:rPr>
                        <a:t>Running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B3A369"/>
                </a:solidFill>
              </a:rPr>
              <a:t>Done = validated evidence in hand  ·  Provisional = measured on an unvalidated geometry  ·  Running = in the queue  ·  Needed = staged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