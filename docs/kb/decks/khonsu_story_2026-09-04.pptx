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0392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1B3A6B"/>
                </a:solidFill>
              </a:rPr>
              <a:t>Khonsu: Scaling Cooperative Prediction Across Edge Locales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3400000"/>
            <a:ext cx="103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6E6E6E"/>
                </a:solidFill>
              </a:rPr>
              <a:t>Research questions and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4300000"/>
            <a:ext cx="103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B3A369"/>
                </a:solidFill>
              </a:rPr>
              <a:t>Status labels on evidence slides  ·  Done  ·  Provisional  ·  Running  ·  Needed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B3A369"/>
                </a:solidFill>
              </a:rPr>
              <a:t>Dashed figures with the red banner are expected shapes, not measurements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Conductor solved one locale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One shared cooperative-prediction service per road region, covering fusion, tracking, and trajectory prediction.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Admission control and prediction scheduling keep it inside the 300 ms deadline up to 31 CAVs.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Accepted at SEC 2026.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We know how to operate one locale.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Landle et al., Scalable Edge-assisted Fusion and Path Prediction for Connected Autonomous Vehicles, SEC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The next problem is metropolitan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00000"/>
            <a:ext cx="109728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One locale has finite spatial extent.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City coverage therefore needs many locales.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Vehicles and tracked actors cross between them continually.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5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B3A369"/>
                </a:solidFill>
              </a:rPr>
              <a:t>Main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0000"/>
            <a:ext cx="10972800" cy="850000"/>
          </a:xfrm>
          <a:prstGeom prst="roundRect">
            <a:avLst/>
          </a:prstGeom>
          <a:solidFill>
            <a:srgbClr val="E1E8F5"/>
          </a:solidFill>
          <a:ln w="15875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3A6B"/>
                </a:solidFill>
              </a:rPr>
              <a:t>How do we extend edge-hosted cooperative prediction from one locale to a metropolitan deployment while preserving planner safety?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0000"/>
            <a:ext cx="109728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</a:rPr>
              <a:t>RQ1 (scale-out). How should cooperative prediction be partitioned across locales, and what limits the region one locale can serve?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</a:rPr>
              <a:t>RQ2 (state continuity). When actors move between locales, what state must follow them to preserve prediction quality?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</a:rPr>
              <a:t>RQ3 (safe handoff). What handoff timing and mechanism keep predictions inside the maneuver-specific safe-age envelope?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12121"/>
                </a:solidFill>
              </a:rPr>
              <a:t>RQ4 (multi-locale operation). Can the design sustain repeated and concurrent handoffs across a realistic corridor?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Khonsu is the answer that falls out of RQ2 and RQ3. RQ4 tests it as a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RQ1: one locale has a finite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BEV fusion cost grows with canvas area.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At 8 contributors, fusion exceeds its 130 ms allocation between 282 and 400 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Memory is not the limit, at 6.8 GB of 16 GB for a 563 m canvas.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For our hardware and fusion stack, the practical locale size is about 300 m.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900000"/>
            <a:ext cx="7312500" cy="32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Evidence: canvas latency sweep on the edge GPU  ·  Caveat: the number is architecture-specific, the existence of a cap is 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RQ1: what a multi-locale deployment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Fixed conflict points, intersections and merges, are the natural locale anchors.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Boundaries necessarily fall on the roads connecting them.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A vehicle crosses a boundary every 20 to 30 seconds of urban driving.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Handoffs are the steady-state workload of the deployment.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900000"/>
            <a:ext cx="3629166" cy="3250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900000"/>
            <a:ext cx="4733696" cy="32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Evidence: partition of a CARLA town under the measured cap  ·  Missing: sizing study on measured density traces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Partitioning creates a new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00000"/>
            <a:ext cx="109728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Conflicts do not respect the partition. Queue tails, stopped vehicles, overtakes, and lane changes form between intersections.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The service is stateful. The tracker and predictor condition on observations accumulated before the crossing.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2500000"/>
            <a:ext cx="3400000" cy="2300000"/>
          </a:xfrm>
          <a:prstGeom prst="rect">
            <a:avLst/>
          </a:prstGeom>
          <a:solidFill>
            <a:srgbClr val="E1E8F5"/>
          </a:solidFill>
          <a:ln w="15875">
            <a:solidFill>
              <a:srgbClr val="1B3A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0000" y="254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B3A6B"/>
                </a:solidFill>
              </a:rPr>
              <a:t>Locale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00000" y="2750000"/>
            <a:ext cx="400000" cy="40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RSU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0000" y="2500000"/>
            <a:ext cx="3400000" cy="2300000"/>
          </a:xfrm>
          <a:prstGeom prst="rect">
            <a:avLst/>
          </a:prstGeom>
          <a:solidFill>
            <a:srgbClr val="FCECD6"/>
          </a:solidFill>
          <a:ln w="15875">
            <a:solidFill>
              <a:srgbClr val="CC781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0000" y="254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C7814"/>
                </a:solidFill>
              </a:rPr>
              <a:t>Locale B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0000" y="2750000"/>
            <a:ext cx="400000" cy="40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RSU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0" y="2500000"/>
            <a:ext cx="3400000" cy="2300000"/>
          </a:xfrm>
          <a:prstGeom prst="rect">
            <a:avLst/>
          </a:prstGeom>
          <a:solidFill>
            <a:srgbClr val="E1E8F5"/>
          </a:solidFill>
          <a:ln w="15875">
            <a:solidFill>
              <a:srgbClr val="1B3A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80000" y="254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B3A6B"/>
                </a:solidFill>
              </a:rPr>
              <a:t>Locale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0000" y="2750000"/>
            <a:ext cx="400000" cy="40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RSU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000" y="3750000"/>
            <a:ext cx="10400000" cy="380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5000" y="2400000"/>
            <a:ext cx="20000" cy="25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75000" y="2400000"/>
            <a:ext cx="20000" cy="25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00000" y="3890000"/>
            <a:ext cx="110000" cy="1100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00000" y="3890000"/>
            <a:ext cx="110000" cy="1100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00000" y="3890000"/>
            <a:ext cx="110000" cy="1100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00000" y="3890000"/>
            <a:ext cx="110000" cy="1100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00000" y="3890000"/>
            <a:ext cx="110000" cy="1100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50000" y="3830000"/>
            <a:ext cx="320000" cy="23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00" y="42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1B3A6B"/>
                </a:solidFill>
              </a:rPr>
              <a:t>observation history accumulates in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0" y="3830000"/>
            <a:ext cx="320000" cy="230000"/>
          </a:xfrm>
          <a:prstGeom prst="rect">
            <a:avLst/>
          </a:prstGeom>
          <a:solidFill>
            <a:srgbClr val="CC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0000" y="3780000"/>
            <a:ext cx="420000" cy="330000"/>
          </a:xfrm>
          <a:prstGeom prst="rect">
            <a:avLst/>
          </a:prstGeom>
          <a:noFill/>
          <a:ln w="158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0000" y="4200000"/>
            <a:ext cx="3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C0392B"/>
                </a:solidFill>
              </a:rPr>
              <a:t>decision in B, on the segment between anchors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0000" y="42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E6E6E"/>
                </a:solidFill>
              </a:rPr>
              <a:t>same again at the next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The boundary separates the observations that establish an actor's motion from the decision that consumes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RQ2: what state must survive a crossing?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Real motion includes acceleration, braking, and turning. Constant-velocity Kalman tracking degrades there.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Our 3D adaptation of MambaTrack gains its accuracy from a history of K observations.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Once the service is partitioned, that history becomes cross-locale service state.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One frame is indistinguishable from cold start. The history reduces post-handoff error by a factor of 2.8 to 9.3.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900000"/>
            <a:ext cx="5190647" cy="32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Evidence: forced-handoff microbenchmark, four maneuvers  ·  Claim scope: first SSM 3D tracker inside a distributed cooperative-prediction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RQ2: a Kalman snapshot is insufficient under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The oncoming actor accelerates through the conflict.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With a Kalman snapshot, ahead of or at the crossing, the ego collides in 4 of 4 runs.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With the observation history ahead, 3 of 4 runs complete without a collision.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The difference comes from motion history, not transfer size.</a:t>
            </a:r>
          </a:p>
        </p:txBody>
      </p:sp>
      <p:pic>
        <p:nvPicPr>
          <p:cNvPr id="6" name="Picture 5" descr="fig_accel_colli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000" y="2900000"/>
            <a:ext cx="7200000" cy="30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Evidence: closed-loop acceleration experiment, 4 seeds per arm, validated scenario  ·  Metric: collided or not per run  ·  Missing: post-handoff minADE and minFDE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How old can a prediction be and still support the maneuver?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Needed</a:t>
            </a:r>
          </a:p>
        </p:txBody>
      </p:sp>
      <p:pic>
        <p:nvPicPr>
          <p:cNvPr id="5" name="Picture 4" descr="toy_enve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7400000" cy="40083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12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5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What freshness limit must a locale handoff preserve? The limit depends on maneuver urgency, not on one universal latency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28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1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Inject a controlled forecast age at the planner around a locale crossing, with no migration in play, and measure closed-loop success per scenario (T12).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44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Result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47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A maneuver-specific safe-age limit per scenario that every handoff experiment uses as its pass or fail boundary. Cliff positions from earlier single-locale work (not accepted) are placeholders until re-measured.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Replaces the earlier 220 to 450 ms citation with numbers measured inside Khonsu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RQ3: how should a handoff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Cold start. Does no state transfer violate the envelope?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Transfer at the boundary. Is reactive migration early enough?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EdgeWarp timing. Does radio-predicted migration give the predictor time to warm?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Overlap. Can both locale services simply run in an overlap region?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Continuous replication. Can we mirror everything and avoid predictive handoff?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Khonsu. Does forecast-driven prepare, final update, and ownership transfer preserve the envelope efficiently?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Oracle. What is the upper bound?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All seven are alternative designs for cross-locale continuity, measured as arms of one experiment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Khonsu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The predictor already forecasts each actor. A forecast that crosses the boundary names the actor, the destination, and the arrival time.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Prepare moves the temporal track state early. The track is warm but unpublished.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A final update at commit closes the gap while the source keeps observing.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Every forecast carries an ownership epoch. Planners accept only the highest, so one owner is consumed.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If the state cannot be imported safely, the track is marked cold and the planner falls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Lead time is computed from the age chain, transfer EMA plus destination fold-in plus margin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RQ3: evidence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D6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Provisional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Handoff microbenchmark (Done). History beats one frame by a factor of 2.8 to 9.3.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Acceleration closed loop (Done). Snapshot collides in 4 of 4, history completes 3 of 4 cleanly.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Ownership protocol (Done). Eight fault scenarios, one publishable epoch at every step.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Lead-time sweep (Provisional). Completion rises with lead up to 4 s, on an unvalidated geometry, v3 running.</a:t>
            </a:r>
          </a:p>
        </p:txBody>
      </p:sp>
      <p:pic>
        <p:nvPicPr>
          <p:cNvPr id="6" name="Picture 5" descr="fig_leadtim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000" y="2900000"/>
            <a:ext cx="6500000" cy="32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Missing: computed trigger vs fixed leads on the corrected scenario, live fault arms with the epoch check on and 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A trigger must be early without migrating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Needed</a:t>
            </a:r>
          </a:p>
        </p:txBody>
      </p:sp>
      <p:pic>
        <p:nvPicPr>
          <p:cNvPr id="5" name="Picture 4" descr="toy_tri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7400000" cy="4111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12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5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Why not EdgeWarp timing, a fixed band, or simply triggering 4 s early?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28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1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Trigger study on the corrected scenario. Radio handover, bands of 5 to 80 m, fixed leads of 1 to 4 s, the computed lead, and the oracle. Record warm-before-use, wasted bytes, and the lead-time distribution (v3, T11).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44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Result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47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Khonsu near the oracle vertically while left of aggressive fixed leads and wide bands. The inset shows why: its lead tracks the predicted arrival.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Overlap can provide lead time, but its cost grows with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D6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Provisional</a:t>
            </a:r>
          </a:p>
        </p:txBody>
      </p:sp>
      <p:pic>
        <p:nvPicPr>
          <p:cNvPr id="5" name="Picture 4" descr="toy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7400000" cy="37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12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5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Can overlapping locales eliminate the explicit handoff? Sensing overlap, compute overlap, and dual authority are three different things.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28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1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Sweep overlap width 20 to 120 m for each meaning. Measure warm-before-use, bytes per crossing, dueling forecasts, age at use, collisions (T14). First sweep, replication doubled bytes and changed nothing (Provisional).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44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Result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47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Lead time from a fixed width shrinks with speed, so enough time at 20 m/s needs a wide overlap, and wider overlap means more duplicated work. Khonsu sizes the lead from the predicted arrival instead.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Ownership epochs block stale forecasts at the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Running</a:t>
            </a:r>
          </a:p>
        </p:txBody>
      </p:sp>
      <p:pic>
        <p:nvPicPr>
          <p:cNvPr id="5" name="Picture 4" descr="toy_fa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7400000" cy="37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12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5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Both locales may emit forecasts for a moment under message loss. Does the planner ever consume a stale owner's forecast?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28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1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Inject lost PREPARE, lost ACK, lost COMMIT, duplicate COMMIT, reordering, and destination failure on the live path, with the epoch check off and on (T7 live). The unit-level state machine already passes eight scenarios.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44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Result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47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Double emission may remain briefly with the check on. Stale-owner forecasts consumed must be exactly zero in every fault. Destination failure ends in fallback, not a stale consume.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How many simultaneous handoffs can one locale sustain?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Running</a:t>
            </a:r>
          </a:p>
        </p:txBody>
      </p:sp>
      <p:pic>
        <p:nvPicPr>
          <p:cNvPr id="5" name="Picture 4" descr="toy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7400000" cy="3905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12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5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At what crossing load does the handoff path stop meeting the budget?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28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1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Platoons of 1 to 16 tracks crossing together, plus the crossing-rate sweep. Measure p99 transfer-to-first-refresh latency against the available handoff budget (q5, burst scenario).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44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Result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47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The concurrent-track count at which Khonsu crosses the budget, stated as a capacity. Replication and dual-service overlap should cross earlier.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RQ4: what happens across an actual corridor?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0000"/>
            <a:ext cx="109728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</a:rPr>
              <a:t>• Four locales of about 300 m on the flow-scenario arterial, boundaries at the midpoints between anchors.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</a:rPr>
              <a:t>• One ego drives 1.2 km at 12 m/s through three handoffs.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</a:rPr>
              <a:t>• Oncoming stream of 4 and 8 vehicles per run, half connected, 2 to 4 crossings per minute per boundary.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</a:rPr>
              <a:t>• Conflicts at anchors 1 and 3, and between them a queue tail, a stopped vehicle with an overtake, and a merge. A platoon crosses boundary 2 together.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12121"/>
                </a:solidFill>
              </a:rPr>
              <a:t>• Success per run means no ego collision, age at use under the limit at every decision, and 95% of handoffs warm before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3400000"/>
            <a:ext cx="2600000" cy="2050000"/>
          </a:xfrm>
          <a:prstGeom prst="rect">
            <a:avLst/>
          </a:prstGeom>
          <a:solidFill>
            <a:srgbClr val="E1E8F5"/>
          </a:solidFill>
          <a:ln w="15875">
            <a:solidFill>
              <a:srgbClr val="1B3A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000" y="342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3A6B"/>
                </a:solidFill>
              </a:rPr>
              <a:t>Locale A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0000" y="3700000"/>
            <a:ext cx="400000" cy="33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RSU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0000" y="4100000"/>
            <a:ext cx="300000" cy="120000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0000" y="3400000"/>
            <a:ext cx="2600000" cy="2050000"/>
          </a:xfrm>
          <a:prstGeom prst="rect">
            <a:avLst/>
          </a:prstGeom>
          <a:solidFill>
            <a:srgbClr val="FCECD6"/>
          </a:solidFill>
          <a:ln w="15875">
            <a:solidFill>
              <a:srgbClr val="CC781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000" y="342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C7814"/>
                </a:solidFill>
              </a:rPr>
              <a:t>Locale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0000" y="3700000"/>
            <a:ext cx="400000" cy="33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RSU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0000" y="4100000"/>
            <a:ext cx="300000" cy="120000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0000" y="3400000"/>
            <a:ext cx="2600000" cy="2050000"/>
          </a:xfrm>
          <a:prstGeom prst="rect">
            <a:avLst/>
          </a:prstGeom>
          <a:solidFill>
            <a:srgbClr val="E1E8F5"/>
          </a:solidFill>
          <a:ln w="15875">
            <a:solidFill>
              <a:srgbClr val="1B3A6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0000" y="342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3A6B"/>
                </a:solidFill>
              </a:rPr>
              <a:t>Locale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0" y="3700000"/>
            <a:ext cx="400000" cy="33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RSU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0000" y="4100000"/>
            <a:ext cx="300000" cy="120000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0000" y="3400000"/>
            <a:ext cx="2600000" cy="2050000"/>
          </a:xfrm>
          <a:prstGeom prst="rect">
            <a:avLst/>
          </a:prstGeom>
          <a:solidFill>
            <a:srgbClr val="FCECD6"/>
          </a:solidFill>
          <a:ln w="15875">
            <a:solidFill>
              <a:srgbClr val="CC781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0000" y="3420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C7814"/>
                </a:solidFill>
              </a:rPr>
              <a:t>Locale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50000" y="3700000"/>
            <a:ext cx="400000" cy="330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RSU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00000" y="4100000"/>
            <a:ext cx="300000" cy="120000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000" y="4500000"/>
            <a:ext cx="10800000" cy="340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75000" y="3320000"/>
            <a:ext cx="20000" cy="221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25000" y="3320000"/>
            <a:ext cx="20000" cy="221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5000" y="3320000"/>
            <a:ext cx="20000" cy="221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00000" y="4540000"/>
            <a:ext cx="260000" cy="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0000" y="484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C0392B"/>
                </a:solidFill>
              </a:rPr>
              <a:t>crossing path</a:t>
            </a:r>
          </a:p>
        </p:txBody>
      </p:sp>
      <p:sp>
        <p:nvSpPr>
          <p:cNvPr id="28" name="Oval 27"/>
          <p:cNvSpPr/>
          <p:nvPr/>
        </p:nvSpPr>
        <p:spPr>
          <a:xfrm>
            <a:off x="3450000" y="4540000"/>
            <a:ext cx="260000" cy="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70000" y="484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C0392B"/>
                </a:solidFill>
              </a:rPr>
              <a:t>queue tail</a:t>
            </a:r>
          </a:p>
        </p:txBody>
      </p:sp>
      <p:sp>
        <p:nvSpPr>
          <p:cNvPr id="30" name="Oval 29"/>
          <p:cNvSpPr/>
          <p:nvPr/>
        </p:nvSpPr>
        <p:spPr>
          <a:xfrm>
            <a:off x="6200000" y="4540000"/>
            <a:ext cx="260000" cy="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20000" y="484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C0392B"/>
                </a:solidFill>
              </a:rPr>
              <a:t>overtake</a:t>
            </a:r>
          </a:p>
        </p:txBody>
      </p:sp>
      <p:sp>
        <p:nvSpPr>
          <p:cNvPr id="32" name="Oval 31"/>
          <p:cNvSpPr/>
          <p:nvPr/>
        </p:nvSpPr>
        <p:spPr>
          <a:xfrm>
            <a:off x="7000000" y="4540000"/>
            <a:ext cx="260000" cy="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000" y="484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C0392B"/>
                </a:solidFill>
              </a:rPr>
              <a:t>crossing path</a:t>
            </a:r>
          </a:p>
        </p:txBody>
      </p:sp>
      <p:sp>
        <p:nvSpPr>
          <p:cNvPr id="34" name="Oval 33"/>
          <p:cNvSpPr/>
          <p:nvPr/>
        </p:nvSpPr>
        <p:spPr>
          <a:xfrm>
            <a:off x="9000000" y="4540000"/>
            <a:ext cx="260000" cy="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0000" y="484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C0392B"/>
                </a:solidFill>
              </a:rPr>
              <a:t>stopped vehicle</a:t>
            </a:r>
          </a:p>
        </p:txBody>
      </p:sp>
      <p:sp>
        <p:nvSpPr>
          <p:cNvPr id="36" name="Oval 35"/>
          <p:cNvSpPr/>
          <p:nvPr/>
        </p:nvSpPr>
        <p:spPr>
          <a:xfrm>
            <a:off x="10400000" y="4540000"/>
            <a:ext cx="260000" cy="2600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0000" y="484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00" b="0">
                <a:solidFill>
                  <a:srgbClr val="C0392B"/>
                </a:solidFill>
              </a:rPr>
              <a:t>merge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00000" y="5160000"/>
            <a:ext cx="10500000" cy="230000"/>
          </a:xfrm>
          <a:prstGeom prst="rightArrow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ego route, three handoffs, actors crossing independently and several at once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A cooperative-prediction service operating across a sequence of locales  ·  Missing: build (T13), go/no-go on a 3-locale smoke by Sep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Is prediction usable across repeated locale handoffs?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Needed</a:t>
            </a:r>
          </a:p>
        </p:txBody>
      </p:sp>
      <p:pic>
        <p:nvPicPr>
          <p:cNvPr id="5" name="Picture 4" descr="toy_corri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7400000" cy="37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12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5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Do reactive mechanisms spike above the safe-age limit at every boundary, and does Khonsu stay below it through all three?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28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1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Trace prediction age at the planner along the 1.2 km route for the boundary-trigger baseline and Khonsu, with the per-maneuver limit stepping through the conflict windows. Summarize the whole route per arm (T13).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44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Result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47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Khonsu shows small bumps at each transition and stays below the limit. The aggregate is the fraction of safety-critical decisions served warm and fresh, with collisions and fallbacks per km as numbers.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Locale size has an upper and a lower 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00000" y="292608"/>
            <a:ext cx="170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1">
                <a:solidFill>
                  <a:srgbClr val="B3A369"/>
                </a:solidFill>
              </a:rPr>
              <a:t>RQ1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Running</a:t>
            </a:r>
          </a:p>
        </p:txBody>
      </p:sp>
      <p:pic>
        <p:nvPicPr>
          <p:cNvPr id="5" name="Picture 4" descr="toy_si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150000"/>
            <a:ext cx="7400000" cy="3905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0000" y="12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000" y="15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Where does the metropolitan story close? What locale sizes are feasible at all?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0000" y="28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31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Sweep locale side length. Fusion compute utilization comes from the canvas measurement. Handoff load comes from crossings per km at the corridor traffic (sizing study).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4400000"/>
            <a:ext cx="36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B3A369"/>
                </a:solidFill>
              </a:rPr>
              <a:t>Result we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4720000"/>
            <a:ext cx="3600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An upper bound from per-locale compute, a lower bound from cross-locale transition load, and the feasible interval between them. The paper follows with the size by boundary-position surface.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Done, running, missing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50000"/>
          <a:ext cx="1109472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2900000"/>
                <a:gridCol w="2300000"/>
                <a:gridCol w="2900000"/>
                <a:gridCol w="1194720"/>
              </a:tblGrid>
              <a:tr h="720000">
                <a:tc>
                  <a:txBody>
                    <a:bodyPr/>
                    <a:lstStyle/>
                    <a:p>
                      <a:r>
                        <a:rPr sz="1200" b="1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Evidence in 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Running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200" b="0"/>
                        <a:t>RQ1 scale-out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canvas sweep, CARLA partition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sizing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density-trace sizing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Done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200" b="0"/>
                        <a:t>RQ2 state 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microbench 2.8 to 9.3x, acceleration 4/4 vs 3/4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post-handoff minADE and minFDE (T9)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Done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200" b="0"/>
                        <a:t>RQ3 safe handoff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8-scenario ownership faults, age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v3 re-baseline, computed vs fixed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safe-age limits (T12), live fault arms (T7), real transport (T8), overlap sweep and dual authority (T14)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65C0"/>
                          </a:solidFill>
                        </a:rPr>
                        <a:t>Running</a:t>
                      </a:r>
                    </a:p>
                  </a:txBody>
                  <a:tcPr/>
                </a:tc>
              </a:tr>
              <a:tr h="720000">
                <a:tc>
                  <a:txBody>
                    <a:bodyPr/>
                    <a:lstStyle/>
                    <a:p>
                      <a:r>
                        <a:rPr sz="1200" b="0"/>
                        <a:t>RQ4 multi-locale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harness, knobs, burst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crossing-rate sweep (q5)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corridor scenario and route-level metrics (T13), association for unconnected actors (T10)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87878"/>
                          </a:solidFill>
                        </a:rPr>
                        <a:t>Needed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100000"/>
            <a:ext cx="109728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Provenance. The first two sweeps ran an unvalidated scenario geometry (found Sep 3). The fix is a runner default, and v3 is the re-baseline.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</a:rPr>
              <a:t>Timeline. NSDI'27 abstracts Sep 10, papers Sep 17.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Done = validated evidence in hand  ·  Provisional = measured on an unvalidated geometry  ·  Running = in the queue  ·  Needed = staged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60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1B3A6B"/>
                </a:solidFill>
              </a:rPr>
              <a:t>Minimum remaining evidence for NSDI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00000" y="760000"/>
            <a:ext cx="1450000" cy="330000"/>
          </a:xfrm>
          <a:prstGeom prst="round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50000"/>
            <a:ext cx="109728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Safe-age limit re-measured per handoff scenario (T12).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v3 handoff baselines on the corrected scenario, including computed versus fixed lead and EdgeWarp timing (running).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Overlap in its three meanings over overlap width, with the dual-authority arm (T14).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Real two-process transport with emulated backhaul delay and loss (T8).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The corridor scenario with route-level metrics (T13, go/no-go Sep 9).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12121"/>
                </a:solidFill>
              </a:rPr>
              <a:t>• Association for unconnected actors measured under pose error and distractors, or scoped as a limitation (T10).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B3A369"/>
                </a:solidFill>
              </a:rPr>
              <a:t>Without these, the paper argues mechanism superiority from two-locale evidence and provisional sweeps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